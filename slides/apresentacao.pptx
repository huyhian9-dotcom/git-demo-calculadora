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0" b="0">
                <a:solidFill>
                  <a:srgbClr val="E4E4E7"/>
                </a:solidFill>
                <a:latin typeface="Arial"/>
              </a:rPr>
              <a:t>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Versionamento de Código com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9A026"/>
                </a:solidFill>
                <a:latin typeface="Arial"/>
              </a:rPr>
              <a:t>Um bug, uma branch, uma correção.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E4E4E7"/>
                </a:solidFill>
                <a:latin typeface="Arial"/>
              </a:rPr>
              <a:t>Demo prática: calculadora em Python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O que é Versionamento?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Controle de histórico do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2/13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Registra TODA mudança feita no código ao longo do tempo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Permite voltar pra qualquer versão anterior (ctrl+z turbinado)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Vários devs trabalhando no mesmo projeto sem pisar no pé do outro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Mostra QUEM mudou O QUE e QUANDO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É a ferramenta mais importante do dia-a-dia do desenvolvedor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Por que Git?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O padrão da indústria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3/13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✅ Gratuito, open-source e funciona offline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✅ Usado por 95%+ das empresas de tecnologia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✅ Integra com GitHub, GitLab, Bitbucket…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✅ Branches (ramificações) super baratas e rápidas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✅ Histórico imutável — segurança e auditoria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Conceitos Fundamentais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4/13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Repositório: pasta versionada pelo Git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Commit: uma 'foto' das mudanças, com mensagem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Branch: uma linha de desenvolvimento paralela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Merge: juntar uma branch com outra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Pull Request (PR): pedido de revisão antes do merge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4E4E7"/>
                </a:solidFill>
                <a:latin typeface="Arial"/>
              </a:rPr>
              <a:t>•  Remote: cópia do repositório no servidor (GitHub)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Comandos Essenciais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O mínimo do mínimo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5/13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4114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>
                <a:solidFill>
                  <a:srgbClr val="10D990"/>
                </a:solidFill>
                <a:latin typeface="Courier New"/>
              </a:rPr>
              <a:t>git clone &lt;url&gt;              # baixa um repositório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status                   # o que mudou?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checkout -b nova-branch  # cria e entra na branch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add arquivo.py           # prepara pro commit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commit -m "msg"          # registra o commit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push origin nova-branch  # envia pro GitHub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pull                     # baixa atualizações</a:t>
            </a:r>
          </a:p>
          <a:p>
            <a:r>
              <a:rPr sz="1800">
                <a:solidFill>
                  <a:srgbClr val="10D990"/>
                </a:solidFill>
                <a:latin typeface="Courier New"/>
              </a:rPr>
              <a:t>git log --oneline            # histórico resumido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🧪 Demo Prática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Calculadora React com um bug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6/13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4E4E7"/>
                </a:solidFill>
                <a:latin typeface="Arial"/>
              </a:rPr>
              <a:t>Quando a página carrega, o logo no topo aparece QUEBRADO.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  <a:latin typeface="Arial"/>
              </a:rPr>
              <a:t>…o arquivo que o HTML tenta carregar não existe (404).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Repositório: github.com/huyhian9-dotcom/git-demo-calculadora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Pré-requisitos: Node.js 18+ e Git instalados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Você vai investigar pelo DevTools (F12) → aba Network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Correção: um único caractere!  Sério.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Ao final, cada um vai ter enviado um Pull Request 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1 — Clonar e rodar 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7/13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237744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10332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0D990"/>
                </a:solidFill>
                <a:latin typeface="Courier New"/>
              </a:rPr>
              <a:t>git clone https://github.com/huyhian9-dotcom/git-demo-calculadora.git</a:t>
            </a:r>
          </a:p>
          <a:p>
            <a:r>
              <a:rPr sz="1700">
                <a:solidFill>
                  <a:srgbClr val="10D990"/>
                </a:solidFill>
                <a:latin typeface="Courier New"/>
              </a:rPr>
              <a:t>cd git-demo-calculadora</a:t>
            </a:r>
          </a:p>
          <a:p>
            <a:r>
              <a:rPr sz="1700">
                <a:solidFill>
                  <a:srgbClr val="10D990"/>
                </a:solidFill>
                <a:latin typeface="Courier New"/>
              </a:rPr>
              <a:t> </a:t>
            </a:r>
          </a:p>
          <a:p>
            <a:r>
              <a:rPr sz="1700">
                <a:solidFill>
                  <a:srgbClr val="10D990"/>
                </a:solidFill>
                <a:latin typeface="Courier New"/>
              </a:rPr>
              <a:t>npm install      # instala React, Vite e afins</a:t>
            </a:r>
          </a:p>
          <a:p>
            <a:r>
              <a:rPr sz="1700">
                <a:solidFill>
                  <a:srgbClr val="10D990"/>
                </a:solidFill>
                <a:latin typeface="Courier New"/>
              </a:rPr>
              <a:t>npm run dev      # abre em http://localhost:5173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9A026"/>
                </a:solidFill>
                <a:latin typeface="Arial"/>
              </a:rPr>
              <a:t>A calculadora abre no navegador — o logo no topo aparece QUEBRADO.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2 — Abrir o DevTools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Como devs, investigamos bugs pelas ferramentas do navegador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8/13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No navegador, pressione  F12  (ou Ctrl+Shift+I)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Vá até a aba  Network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4E4E7"/>
                </a:solidFill>
                <a:latin typeface="Arial"/>
              </a:rPr>
              <a:t>•  Dê um refresh na página (F5)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A026"/>
                </a:solidFill>
                <a:latin typeface="Arial"/>
              </a:rPr>
              <a:t>Você verá uma requisição em VERMELHO: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EF4444"/>
                </a:solidFill>
                <a:latin typeface="Courier New"/>
              </a:rPr>
              <a:t>GET   /logoo.svg     404 Not Found  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4E4E7"/>
                </a:solidFill>
                <a:latin typeface="Arial"/>
              </a:rPr>
              <a:t>Percebeu o  "logoo"  com dois 'o'?  Esse é o 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3 — Criar uma branch de correção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Regra de ouro: nunca mexa direto na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9/13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0D990"/>
                </a:solidFill>
                <a:latin typeface="Courier New"/>
              </a:rPr>
              <a:t>git checkout -b fix/logo-path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A026"/>
                </a:solidFill>
                <a:latin typeface="Arial"/>
              </a:rPr>
              <a:t>O que aconteceu?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Criou uma nova branch chamada fix/logo-path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Trocou automaticamente pra ela (o -b faz isso)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Agora qualquer mudança fica isolada, sem afetar a main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4 — Corrigir o caminho do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Arquivo: src/App.jsx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10/13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Arial"/>
              </a:rPr>
              <a:t>ANTES (com bug):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EF4444"/>
                </a:solidFill>
                <a:latin typeface="Courier New"/>
              </a:rPr>
              <a:t>&lt;img src="/logoo.svg"</a:t>
            </a:r>
          </a:p>
          <a:p>
            <a:r>
              <a:rPr sz="1500">
                <a:solidFill>
                  <a:srgbClr val="10D990"/>
                </a:solidFill>
                <a:latin typeface="Courier New"/>
              </a:rPr>
              <a:t>     alt="Git Demo" 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0D990"/>
                </a:solidFill>
                <a:latin typeface="Arial"/>
              </a:rPr>
              <a:t>DEPOIS (corrigido):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>
                <a:solidFill>
                  <a:srgbClr val="10D990"/>
                </a:solidFill>
                <a:latin typeface="Courier New"/>
              </a:rPr>
              <a:t>&lt;img src="/logo.svg"</a:t>
            </a:r>
          </a:p>
          <a:p>
            <a:r>
              <a:rPr sz="1500">
                <a:solidFill>
                  <a:srgbClr val="10D990"/>
                </a:solidFill>
                <a:latin typeface="Courier New"/>
              </a:rPr>
              <a:t>     alt="Git Demo" /&gt;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9A026"/>
                </a:solidFill>
                <a:latin typeface="Arial"/>
              </a:rPr>
              <a:t>Removeu UM caractere.  Salve e dê refresh no navegador: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>
                <a:solidFill>
                  <a:srgbClr val="10D990"/>
                </a:solidFill>
                <a:latin typeface="Courier New"/>
              </a:rPr>
              <a:t>GET   /logo.svg     200 OK  ✅   (e o logo aparece!)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5 — Registrar a correção (commit)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11/13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10D990"/>
                </a:solidFill>
                <a:latin typeface="Courier New"/>
              </a:rPr>
              <a:t>git status</a:t>
            </a:r>
          </a:p>
          <a:p>
            <a:r>
              <a:rPr sz="1600">
                <a:solidFill>
                  <a:srgbClr val="10D990"/>
                </a:solidFill>
                <a:latin typeface="Courier New"/>
              </a:rPr>
              <a:t>git add src/App.jsx</a:t>
            </a:r>
          </a:p>
          <a:p>
            <a:r>
              <a:rPr sz="1600">
                <a:solidFill>
                  <a:srgbClr val="10D990"/>
                </a:solidFill>
                <a:latin typeface="Courier New"/>
              </a:rPr>
              <a:t>git commit -m "fix: corrige caminho do logo que retornava 404"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A026"/>
                </a:solidFill>
                <a:latin typeface="Arial"/>
              </a:rPr>
              <a:t>Dica de mensagem de commit: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4E4E7"/>
                </a:solidFill>
                <a:latin typeface="Arial"/>
              </a:rPr>
              <a:t>•  fix: corrige bug que estava quebrando X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4E7"/>
                </a:solidFill>
                <a:latin typeface="Arial"/>
              </a:rPr>
              <a:t>•  feat: adiciona funcionalidade Y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4E7"/>
                </a:solidFill>
                <a:latin typeface="Arial"/>
              </a:rPr>
              <a:t>•  docs: atualiza README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4E4E7"/>
                </a:solidFill>
                <a:latin typeface="Arial"/>
              </a:rPr>
              <a:t>•  refactor: reorganiza estrutura do arquivo Z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Passo 6 — Push + Pull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  <a:latin typeface="Arial"/>
              </a:rPr>
              <a:t>Versionamento com Git  •  Slide 12/13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100584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 w="12700">
            <a:solidFill>
              <a:srgbClr val="F9A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10D990"/>
                </a:solidFill>
                <a:latin typeface="Courier New"/>
              </a:rPr>
              <a:t>git push origin fix/logo-path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A026"/>
                </a:solidFill>
                <a:latin typeface="Arial"/>
              </a:rPr>
              <a:t>Depois, no GitHub: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Aparecerá o botão 'Compare &amp; pull request' — clique nele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Escreva um título claro e descreva o que você corrigiu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Clique em 'Create pull request'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Peça pro colega revisar — é assim que funciona no mundo real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4E4E7"/>
                </a:solidFill>
                <a:latin typeface="Arial"/>
              </a:rPr>
              <a:t>•  Após aprovação: 'Merge pull request' leva a correção pra main 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9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0">
                <a:solidFill>
                  <a:srgbClr val="E4E4E7"/>
                </a:solidFill>
                <a:latin typeface="Arial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Você aprendeu o fluxo completo!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9A026"/>
                </a:solidFill>
                <a:latin typeface="Courier New"/>
              </a:rPr>
              <a:t>clone  →  branch  →  fix  →  commit  →  push  →  PR  → 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4E4E7"/>
                </a:solidFill>
                <a:latin typeface="Arial"/>
              </a:rPr>
              <a:t>Perguntas?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888899"/>
                </a:solidFill>
                <a:latin typeface="Courier New"/>
              </a:rPr>
              <a:t>github.com/huyhian9-dotcom/git-demo-calculadora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